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Fon Kullanimi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Urun &amp; Muhendislik</c:v>
                </c:pt>
                <c:pt idx="1">
                  <c:v>Kullanici Kazanimi / Pazarlama</c:v>
                </c:pt>
                <c:pt idx="2">
                  <c:v>Operasyon &amp; Altyapi</c:v>
                </c:pt>
                <c:pt idx="3">
                  <c:v>Yasal &amp; Lisanslama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A0A0B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0F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365760"/>
            <a:ext cx="2926080" cy="292608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91440"/>
            <a:ext cx="2011680" cy="201168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548640"/>
            <a:ext cx="1097280" cy="109728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365760" y="4663440"/>
            <a:ext cx="2926080" cy="292608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" y="5120640"/>
            <a:ext cx="2011680" cy="201168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577840"/>
            <a:ext cx="1097280" cy="109728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E D   Y A T I R I M   S U N U M 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Concertly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Muzigi yasa, anlari paylas.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muzik tutkunlari icin sosyal kesif ve topluluk platformu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6035040"/>
            <a:ext cx="4754880" cy="0"/>
          </a:xfrm>
          <a:prstGeom prst="line">
            <a:avLst/>
          </a:prstGeom>
          <a:noFill/>
          <a:ln w="127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concertly.app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28655" y="6126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B L E 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Canli muzik deneyimi parcalanmis durumda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konser deneyiminin etrafindaki her sey bugun farkli, birbiriyle konusmayan uygulamalara dagilmis durumda.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3042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122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Bilet alma ayri bir uygulamada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21122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/ Biletix gibi platformlarda biletler aliniyor ama deneyimle hicbir baglanti kurulmuyor.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0088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1455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53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Muzik kesfi ayri bir uygulamada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295351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sanatci ve sarki onerir, ama yakindaki konserle ya da sosyal cevreyle bagini kurmaz.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9867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Paylasim konsere ozel degil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029200" y="37947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Instagram/TikTok'ta konser anlari paylasiliyor ama konser-spesifik bir akis, etiket ya da topluluk yok.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8280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6360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Konser arkadasi bulmak zor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029200" y="46360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sanatciyi seven, birlikte konsere gidebilecek insanlari bulmanin sistemli bir yolu yok.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513832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66928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4772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Anilar kayboluyor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029200" y="547725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Gidilen konserlerin, gorulen sanatcilarin kaydi tutulmuyor; yillik bir 'muzik gecmisi' olusmuyor.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2926080" cy="292608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937760"/>
            <a:ext cx="2011680" cy="201168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28655" y="5394960"/>
            <a:ext cx="1097280" cy="109728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Z U 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Concertly: canliyi yasamanin sosyal katmani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Etkinlik kesfi, sosyal paylasim, topluluk ve oyunlastirmayi tek bir mobil deneyimde birlestiren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canli muzik platformu.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38328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926080"/>
            <a:ext cx="731520" cy="73152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089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Kesfet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0120" y="4389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Yakinindaki konserleri, sanatcilari ve mekanlari Ticketmaster + Spotify verisiyle bul.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34840" y="2606040"/>
            <a:ext cx="338328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926080"/>
            <a:ext cx="731520" cy="73152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Paylas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754880" y="4389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 oncesi, sirasinda ve sonrasinda anlarini, yorumlarini ve anketlerini akista paylas.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229600" y="2606040"/>
            <a:ext cx="338328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9640" y="2926080"/>
            <a:ext cx="731520" cy="73152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1089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Bagla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549640" y="4389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Sanatci ve mekan topluluklarina katil, konser arkadasi bul, rozetler ve oyunlarla rekabet et.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R U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Kesif ve sosyal cekirdek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uygulamanin (Expo / React Native) ve Spring Boot backend'in bugun sundugu temel ozellikler.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50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877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Etkinlik Kesfi &amp; Harita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493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entegrasyonuyla sehrindeki konserleri listele, haritada gor, takvime ekle.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26280" y="2194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8"/>
          <p:cNvSpPr/>
          <p:nvPr/>
        </p:nvSpPr>
        <p:spPr>
          <a:xfrm>
            <a:off x="4782312" y="2450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877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Sanatci &amp; Mekan Profilleri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82312" y="3493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verisiyle zenginlestirilmis sanatci sayfalari, mekan detaylari ve yorumlari.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2194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2"/>
          <p:cNvSpPr/>
          <p:nvPr/>
        </p:nvSpPr>
        <p:spPr>
          <a:xfrm>
            <a:off x="8668512" y="2450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5877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6851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Sosyal Akis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668512" y="3493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Konserlerle ilgili gonderi, yorum, begeni ve canli anketler (poll) paylas.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480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6"/>
          <p:cNvSpPr/>
          <p:nvPr/>
        </p:nvSpPr>
        <p:spPr>
          <a:xfrm>
            <a:off x="896112" y="4736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8737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394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Topluluklar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96112" y="5779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Sanatci ve mekan bazli topluluklara katil, kendi gonderilerini paylas.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26280" y="4480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0"/>
          <p:cNvSpPr/>
          <p:nvPr/>
        </p:nvSpPr>
        <p:spPr>
          <a:xfrm>
            <a:off x="4782312" y="4736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8737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2312" y="5394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Takip &amp; Bildirimler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82312" y="5779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Kullanicilari, sanatcilari takip et; etkinlik ve sosyal bildirimler al.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412480" y="4480560"/>
            <a:ext cx="356616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4"/>
          <p:cNvSpPr/>
          <p:nvPr/>
        </p:nvSpPr>
        <p:spPr>
          <a:xfrm>
            <a:off x="8668512" y="4736592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487375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68512" y="5394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Mekan Degerlendirmeleri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668512" y="577900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Gittigin mekanlari puanla ve yorumla, diger kullanicilara yol goster.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R U N   -   F A R K L I L A S M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Rakiplerde olmayan: oyunlastirma katmani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Concertly'i bir 'bilet uygulamasi' degil, geri donulesi yuksek bir sosyal aliskanlik haline getiren ozellikler.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3042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122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 Passport &amp; Rozetler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20640" y="21122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Katildigin konserleri 'pasaportuna' isle, basarim rozetleri kazan, profilinde sergile.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0088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1455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535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 Buddy Match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20640" y="29535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konsere gidecek, benzer muzik zevkine sahip kullanicilarla eslesip birlikte git.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9867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Oyunlar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120640" y="3794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Sarki Bilmece, Setlist Tahmini, Concert Bingo, Blind Rank ve Gunun Sarkisi ile gunluk etkilesim.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8280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636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Wrapped - Yillik Ozet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120640" y="46360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Wrapped tarzinda, kullanicinin yillik konser ve muzik gecmisini ozetleyen paylasilabilir kart.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513832"/>
            <a:ext cx="566928" cy="566928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66928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4772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Kisisellestirilmis Oneriler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120640" y="547725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hesabi baglanarak dinleme aliskanliklarina gore sanatci ve etkinlik onerileri sunulur.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U L L A N I C I   Y O L C U L U G 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Indirmeden alismanliga 4 adim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260604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377440" y="2377440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312" y="24963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54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Kayit &amp; Kisisellestirme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olustur, sehrini, sevdigin sanatci/genreleri sec; istersen Spotify hesabini bagla.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82696" y="3822192"/>
            <a:ext cx="219456" cy="219456"/>
          </a:xfrm>
          <a:prstGeom prst="ellipse">
            <a:avLst/>
          </a:prstGeom>
          <a:solidFill>
            <a:srgbClr val="0F0F1A"/>
          </a:solidFill>
          <a:ln w="12700">
            <a:solidFill>
              <a:srgbClr val="A0A0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38728" y="2103120"/>
            <a:ext cx="260604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0"/>
          <p:cNvSpPr/>
          <p:nvPr/>
        </p:nvSpPr>
        <p:spPr>
          <a:xfrm>
            <a:off x="3538728" y="2103120"/>
            <a:ext cx="260604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1"/>
          <p:cNvSpPr/>
          <p:nvPr/>
        </p:nvSpPr>
        <p:spPr>
          <a:xfrm>
            <a:off x="3813048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5276088" y="2377440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963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13048" y="3154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Kesfet &amp; Takip Et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813048" y="39319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Sehrindeki konserleri ve sanatcilari kesfet, takip et, takvimine ekle.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81344" y="3822192"/>
            <a:ext cx="219456" cy="219456"/>
          </a:xfrm>
          <a:prstGeom prst="ellipse">
            <a:avLst/>
          </a:prstGeom>
          <a:solidFill>
            <a:srgbClr val="0F0F1A"/>
          </a:solidFill>
          <a:ln w="12700">
            <a:solidFill>
              <a:srgbClr val="A0A0B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37376" y="2103120"/>
            <a:ext cx="260604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7"/>
          <p:cNvSpPr/>
          <p:nvPr/>
        </p:nvSpPr>
        <p:spPr>
          <a:xfrm>
            <a:off x="6437376" y="2103120"/>
            <a:ext cx="260604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18"/>
          <p:cNvSpPr/>
          <p:nvPr/>
        </p:nvSpPr>
        <p:spPr>
          <a:xfrm>
            <a:off x="6711696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Shape 19"/>
          <p:cNvSpPr/>
          <p:nvPr/>
        </p:nvSpPr>
        <p:spPr>
          <a:xfrm>
            <a:off x="8174736" y="2377440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49631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11696" y="3154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Paylas &amp; Baglan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711696" y="39319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Topluluklara katil, gonderi/yorum/anket paylas, konser arkadasi bul.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9079992" y="3822192"/>
            <a:ext cx="219456" cy="219456"/>
          </a:xfrm>
          <a:prstGeom prst="ellipse">
            <a:avLst/>
          </a:prstGeom>
          <a:solidFill>
            <a:srgbClr val="0F0F1A"/>
          </a:solidFill>
          <a:ln w="12700">
            <a:solidFill>
              <a:srgbClr val="A0A0B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336024" y="2103120"/>
            <a:ext cx="260604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4"/>
          <p:cNvSpPr/>
          <p:nvPr/>
        </p:nvSpPr>
        <p:spPr>
          <a:xfrm>
            <a:off x="9336024" y="2103120"/>
            <a:ext cx="26060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5"/>
          <p:cNvSpPr/>
          <p:nvPr/>
        </p:nvSpPr>
        <p:spPr>
          <a:xfrm>
            <a:off x="9610344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31" name="Shape 26"/>
          <p:cNvSpPr/>
          <p:nvPr/>
        </p:nvSpPr>
        <p:spPr>
          <a:xfrm>
            <a:off x="11073384" y="2377440"/>
            <a:ext cx="548640" cy="54864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2496312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10344" y="3154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Kazan &amp; Geri Don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610344" y="39319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Rozet topla, oyun oyna, yillik Wrapped'ini gor; bir sonraki konser icin geri don.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Z A R   F I R S A T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Canli muzige donus, dijital deneyimle bulusuyor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600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73152" cy="1600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$40.95B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kuresel canli muzik pazari buyuklugu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38728" y="1965960"/>
            <a:ext cx="2606040" cy="1600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3538728" y="1965960"/>
            <a:ext cx="73152" cy="1600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%11.8 YBBO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67328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2026-2030 kuresel canli muzik pazari buyume orani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37376" y="1965960"/>
            <a:ext cx="2606040" cy="1600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7376" y="1965960"/>
            <a:ext cx="73152" cy="1600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665976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$19.7B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65976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ABD canli muzik pazari buyuklugu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36024" y="1965960"/>
            <a:ext cx="2606040" cy="1600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336024" y="1965960"/>
            <a:ext cx="73152" cy="1600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564624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$2,100+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64624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Z'nin son 2 yilda konserlere yaptigi ortalama harcama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medya, 2023'te Gen Z bilet alimlarinin %45'ini tetikledi - kesif ve sosyal paylasimin biletlemeyle dogrudan iliskili oldugunu gosteriyor.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Kuresel canli muzik pazari  |  SAM: Sosyal+kesif odakli mobil kullanicilar  |  SOM: Hedef sehirlerdeki Gen Z/Y konser severler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4160520"/>
            <a:ext cx="2286000" cy="22860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70750" y="4541550"/>
            <a:ext cx="1524030" cy="152403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51690" y="4922490"/>
            <a:ext cx="761970" cy="76197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1690" y="5166360"/>
            <a:ext cx="76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70750" y="4297680"/>
            <a:ext cx="1524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897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   M O D E L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Coklu gelir akisina sahip bir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buyudukce her biri olceklenebilir dort temel gelir kalemi.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243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Abonelik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Reklamsiz deneyim, gelismis Wrapped/istatistikler, ekstra oyun modlari ve oncelikli bildirimler.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38728" y="2194560"/>
            <a:ext cx="260604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6243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Biletleme Komisyonu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813048" y="4114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Ticketmaster/Biletix yonlendirmeleri uzerinden affiliate / referans komisyonu.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37376" y="2194560"/>
            <a:ext cx="260604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11696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6243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Sanatci &amp; Mekan Sponsorlugu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711696" y="4114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cikan etkinlik, sanatci profili ve topluluk icerikleri icin sponsorlu yerlesimler.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336024" y="2194560"/>
            <a:ext cx="260604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10344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26243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10344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 Analiz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610344" y="4114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Anonimlestirilmis trend ve ilgi verisi - mekan ve sanatci ekiplerine pazar icgorusu olarak sunulur.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A B E 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Concertly, kesif + sosyal + oyunlastirmayi birlestiren tek platform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429768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920240"/>
                <a:gridCol w="192024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Concertly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Bandsintown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Songkick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Instagram / TikTok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Etkinlik Kesfi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Sosyal Akis / Topluluk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Konser-ozel Topluluklar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Oyunlastirma &amp; Rozetler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Muzik Servisi Entegrasyonu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Konser Arkadasi Eslesmesi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F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Tam destek    ~ Kismi destek    — Yok / odak disi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Y U M E   S T R A T E J I 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Sehir bazli lansman, viral oyunlastirma dongusu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kitle: muzik kesfini ve canli deneyimi sosyal kimliginin bir parcasi haline getiren Gen Z ve Y kusagi.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243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Sehir Bazli Lansman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Istanbul'da yogun konser takvimi olan pilot bolgede baslat, sonra Ankara/Izmir gibi sehirlere genislet.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38728" y="2194560"/>
            <a:ext cx="26060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8"/>
          <p:cNvSpPr/>
          <p:nvPr/>
        </p:nvSpPr>
        <p:spPr>
          <a:xfrm>
            <a:off x="3813048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6243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Kampus &amp; Muzik Toplulugu Ortakliklari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813048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 muzik kulupleri, festival organizatorleri ve yerel mekanlarla isbirligi.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37376" y="2194560"/>
            <a:ext cx="26060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2"/>
          <p:cNvSpPr/>
          <p:nvPr/>
        </p:nvSpPr>
        <p:spPr>
          <a:xfrm>
            <a:off x="6711696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6243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Paylasilabilir Viral Anlar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711696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Wrapped, rozetler ve Concert Passport ciktilari sosyal medyada paylasima tesvik eder.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336024" y="2194560"/>
            <a:ext cx="260604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6"/>
          <p:cNvSpPr/>
          <p:nvPr/>
        </p:nvSpPr>
        <p:spPr>
          <a:xfrm>
            <a:off x="9610344" y="2468880"/>
            <a:ext cx="640080" cy="64008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26243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10344" y="3291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Sanatci &amp; Mikro-Influencer Isbirligi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610344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sanatcilar ve muzik icerik ureticileriyle topluluk olusturma ve lansman kampanyalari.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 L   H A R I T A 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tamamlandi, lansmana hazirlaniyoruz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9601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Bugun: </a:t>
            </a:r>
            <a:pPr indent="0" marL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 mobil uygulama ve Spring Boot backend ile calisan bir MVP - kimlik dogrulama, etkinlik kesfi, sosyal akis, topluluklar, Concert Passport / rozet sistemi, oyunlar ve Spotify entegrasyonu uctan uca calisiyor.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260604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246120"/>
            <a:ext cx="777240" cy="777240"/>
          </a:xfrm>
          <a:prstGeom prst="ellipse">
            <a:avLst/>
          </a:prstGeom>
          <a:solidFill>
            <a:srgbClr val="0F0F1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Ç3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Kapali beta - Istanbul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4663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Secili kullanici grubuyla beta lansmani, ilk geri bildirim donguleri.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538728" y="2971800"/>
            <a:ext cx="260604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13048" y="3246120"/>
            <a:ext cx="777240" cy="777240"/>
          </a:xfrm>
          <a:prstGeom prst="ellipse">
            <a:avLst/>
          </a:prstGeom>
          <a:solidFill>
            <a:srgbClr val="0F0F1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13048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Ç4 2026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13048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Halka Acik Lansman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813048" y="4663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magaza lansmani, ilk buyume kampanyalari.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37376" y="2971800"/>
            <a:ext cx="260604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6711696" y="3246120"/>
            <a:ext cx="777240" cy="777240"/>
          </a:xfrm>
          <a:prstGeom prst="ellipse">
            <a:avLst/>
          </a:prstGeom>
          <a:solidFill>
            <a:srgbClr val="0F0F1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11696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Ç1 2027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11696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Biletleme Ortakliklari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11696" y="4663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/ komisyon entegrasyonlari devreye alinir.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336024" y="2971800"/>
            <a:ext cx="260604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Shape 21"/>
          <p:cNvSpPr/>
          <p:nvPr/>
        </p:nvSpPr>
        <p:spPr>
          <a:xfrm>
            <a:off x="9610344" y="3246120"/>
            <a:ext cx="777240" cy="777240"/>
          </a:xfrm>
          <a:prstGeom prst="ellipse">
            <a:avLst/>
          </a:prstGeom>
          <a:solidFill>
            <a:srgbClr val="0F0F1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10344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Ç2 2027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10344" y="4160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Sehir Genislemesi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610344" y="4663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Ankara, Izmir ve diger buyuk sehirlere genisleme.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Tarihler ve sira hedef niteliginde olup yatirim sonrasi netlestirilecektir.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K I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Kurucu Ekip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Urunu uctan uca (mobil + backend + entegrasyonlar) kuran teknik kurucu ekip.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[Kurucu Adi]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Ortak - Urun &amp; Backend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343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/ Java backend mimarisi, API tasarimi ve veri modeli. [Kisa ozgecmis / deneyim eklenecek]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2194560"/>
            <a:ext cx="33832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514600"/>
            <a:ext cx="822960" cy="82296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517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[Kurucu Adi]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Ortak - Mobil &amp; Tasarim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54880" y="4343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 uygulamasi, UI/UX ve marka kimligi. [Kisa ozgecmis / deneyim eklenecek]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0" y="2194560"/>
            <a:ext cx="33832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4"/>
          <p:cNvSpPr/>
          <p:nvPr/>
        </p:nvSpPr>
        <p:spPr>
          <a:xfrm>
            <a:off x="8549640" y="2514600"/>
            <a:ext cx="822960" cy="822960"/>
          </a:xfrm>
          <a:prstGeom prst="ellipse">
            <a:avLst/>
          </a:prstGeom>
          <a:solidFill>
            <a:srgbClr val="0F0F1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6517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4964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[Acik Pozisyon]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5496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Buyume / Is Gelistirme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549640" y="4343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Sehir bazli lansman, sanatci ve mekan ortakliklarini yonetecek rol icin arayistayiz.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Ekip bilgileri yer tutucudur - sunum oncesi gercek bilgilerle guncellenmelidir.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 L E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yatirim ile lansmani hizlandiriyoruz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0" cy="4297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Edilen Yatirim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$[X.X]M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(ornek: SAFE / pre-seed-seed araligi - tutar netlestirilecek)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977640"/>
            <a:ext cx="3566160" cy="0"/>
          </a:xfrm>
          <a:prstGeom prst="line">
            <a:avLst/>
          </a:prstGeom>
          <a:noFill/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Hedeflenen Koşu Pisti (Runway)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12-18 ay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5120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Halka acik lansman, kullanici kazanimi ve ilk biletleme ortakliklarina kadar.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Fonun Kullanimi (orneklayici)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212080" y="22860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Tutar ve dagilim orneklayicidir; gercek finansal plan ile guncellenecektir.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808" y="1691640"/>
            <a:ext cx="2926080" cy="292608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0008" y="2148840"/>
            <a:ext cx="2011680" cy="201168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2606040"/>
            <a:ext cx="1097280" cy="109728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Concertly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Muzigi yasa, anlari paylas.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Tesekkurler - sorulariniz icin bekliyoruz.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[isim] · [email] · concertly.app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Concertly - Seed Yatirim Sunumu</dc:title>
  <dc:subject>PptxGenJS Presentation</dc:subject>
  <dc:creator>Concertly</dc:creator>
  <cp:lastModifiedBy>Concertly</cp:lastModifiedBy>
  <cp:revision>1</cp:revision>
  <dcterms:created xsi:type="dcterms:W3CDTF">2026-06-14T02:00:35Z</dcterms:created>
  <dcterms:modified xsi:type="dcterms:W3CDTF">2026-06-14T02:00:35Z</dcterms:modified>
</cp:coreProperties>
</file>